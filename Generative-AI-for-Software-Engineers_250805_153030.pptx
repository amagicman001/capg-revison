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" Type="http://schemas.openxmlformats.org/officeDocument/2006/relationships/image" Target="../media/image1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3373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33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" y="127000"/>
            <a:ext cx="23164800" cy="1654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7000"/>
            <a:ext cx="23749000" cy="13373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3373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7000"/>
            <a:ext cx="23749000" cy="1471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337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27000"/>
            <a:ext cx="23749000" cy="133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468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27000"/>
            <a:ext cx="23749000" cy="1337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